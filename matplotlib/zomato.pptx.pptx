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dhi prajapati" userId="0422f9a0b01237f7" providerId="LiveId" clId="{C781388F-A041-41A4-869E-7E9C20FBEC4F}"/>
    <pc:docChg chg="custSel addSld modSld">
      <pc:chgData name="nidhi prajapati" userId="0422f9a0b01237f7" providerId="LiveId" clId="{C781388F-A041-41A4-869E-7E9C20FBEC4F}" dt="2026-10-20T10:16:34.513" v="12" actId="14100"/>
      <pc:docMkLst>
        <pc:docMk/>
      </pc:docMkLst>
      <pc:sldChg chg="addSp delSp modSp new mod">
        <pc:chgData name="nidhi prajapati" userId="0422f9a0b01237f7" providerId="LiveId" clId="{C781388F-A041-41A4-869E-7E9C20FBEC4F}" dt="2026-10-20T10:16:34.513" v="12" actId="14100"/>
        <pc:sldMkLst>
          <pc:docMk/>
          <pc:sldMk cId="1713095729" sldId="256"/>
        </pc:sldMkLst>
        <pc:spChg chg="del mod">
          <ac:chgData name="nidhi prajapati" userId="0422f9a0b01237f7" providerId="LiveId" clId="{C781388F-A041-41A4-869E-7E9C20FBEC4F}" dt="2026-10-20T10:16:31.242" v="11" actId="478"/>
          <ac:spMkLst>
            <pc:docMk/>
            <pc:sldMk cId="1713095729" sldId="256"/>
            <ac:spMk id="2" creationId="{9E80785A-9D97-07BB-2A05-D0E0F1AF1B8E}"/>
          </ac:spMkLst>
        </pc:spChg>
        <pc:spChg chg="del mod">
          <ac:chgData name="nidhi prajapati" userId="0422f9a0b01237f7" providerId="LiveId" clId="{C781388F-A041-41A4-869E-7E9C20FBEC4F}" dt="2026-10-20T10:16:22.324" v="10" actId="478"/>
          <ac:spMkLst>
            <pc:docMk/>
            <pc:sldMk cId="1713095729" sldId="256"/>
            <ac:spMk id="3" creationId="{55ECC6E7-5B8B-514D-A48C-3906496398EF}"/>
          </ac:spMkLst>
        </pc:spChg>
        <pc:picChg chg="add mod">
          <ac:chgData name="nidhi prajapati" userId="0422f9a0b01237f7" providerId="LiveId" clId="{C781388F-A041-41A4-869E-7E9C20FBEC4F}" dt="2026-10-20T10:16:34.513" v="12" actId="14100"/>
          <ac:picMkLst>
            <pc:docMk/>
            <pc:sldMk cId="1713095729" sldId="256"/>
            <ac:picMk id="5" creationId="{7EFFC519-8F10-FB25-092E-22FEE959655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A47E3-5B0B-67B1-3AD6-1152E0D04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DBB469-24DC-BCB6-544F-5FCBC09BA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12A1D-B612-25EA-3E6B-F239ECAA8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5C00-7B91-42A0-ABE9-9787D796E14B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F0820-F6E7-C653-7B9E-7CD981E45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C7B61-3CDD-3EF5-F422-8659B35D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21B60-FF0B-4AC5-B185-6950EC9CE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692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BADE6-6C96-49B1-1548-5E685B2C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C08C2-E467-B49E-BA68-333601863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35743-281E-830C-9321-A58D2484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5C00-7B91-42A0-ABE9-9787D796E14B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9CE6A-318F-0829-F481-E5C7D76D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99290-2785-7927-5CBB-21D92EF30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21B60-FF0B-4AC5-B185-6950EC9CE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055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90FD-C854-6BD7-11D6-5C80F15E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92ECD-77B0-6A19-B009-6C0CF4807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1730C-33E1-8E2D-AF7F-83EA280BD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5C00-7B91-42A0-ABE9-9787D796E14B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21A71-F47F-DD8C-7D4A-532097EBA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DB6A-1CE5-3AC2-A281-BA6DE1E3E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21B60-FF0B-4AC5-B185-6950EC9CE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10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0F79-5763-B2C3-8FF0-247DD16B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0B6A2-F86A-6EAD-6E31-67D6D11E8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45BAB-B9C9-0356-1458-FAC59487B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D96A8-1F74-A9ED-651C-0E577CF96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5C00-7B91-42A0-ABE9-9787D796E14B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1E9E3-EA66-D6FC-77A6-43EAED0F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44560-AAB1-EA0B-713C-BEEFC5BE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21B60-FF0B-4AC5-B185-6950EC9CE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360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C6BA-4076-816F-B76B-08598BD8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51C3A-FBAF-CEF5-3693-07B24FF87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A159E-0A01-8BD2-E409-1D5CDA239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CC577F-2E0D-3C14-C2C0-5F2BB7D65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FDC89-49C3-F790-8CF8-BF85B0CF4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6933A2-E88F-24B0-FE3A-D48FD9B66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5C00-7B91-42A0-ABE9-9787D796E14B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BEB7D-41C2-E291-580E-EB419035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84F09F-3598-DA0E-2804-7528D6BE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21B60-FF0B-4AC5-B185-6950EC9CE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996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690F1-398D-4DF2-3858-04568C01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AAD42E-4B37-EA20-FEED-A9E051B0A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5C00-7B91-42A0-ABE9-9787D796E14B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40D226-8B31-F84E-1776-BFE3F9721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E52DC-C866-A168-4FCE-05EBA412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21B60-FF0B-4AC5-B185-6950EC9CE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410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337ABC-F7E9-0D1A-803B-8EBFE331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5C00-7B91-42A0-ABE9-9787D796E14B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8685A0-B95F-E44A-F708-D0940C1BE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1BBE4-E904-5792-969A-8FECF5DF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21B60-FF0B-4AC5-B185-6950EC9CE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08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92A4-54DE-6979-BD7D-68B4E2641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0A6A9-E738-A83E-5D90-0B31D2CEE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C660F-B986-99AA-B1ED-C15F79752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DBF0D-B531-6A8F-A165-06115715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5C00-7B91-42A0-ABE9-9787D796E14B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D29C8-081E-2D79-C0B1-AC8F07975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6D681-5F0F-906B-5277-7C67808B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21B60-FF0B-4AC5-B185-6950EC9CE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928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E0B0-CD43-D0D5-E4E2-476492540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B3B2A-19D8-6393-F1AF-9532B1871CD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9999C-E149-4952-069B-3D9274EB9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20D5D-3201-93A1-5B79-7A0C868B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5C00-7B91-42A0-ABE9-9787D796E14B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BC68D-A93D-2A5B-E338-2BF4AE69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7CC16-9B76-1E46-CA45-2A816DA3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21B60-FF0B-4AC5-B185-6950EC9CE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534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63FA-2353-71E4-B00E-F9F064A1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7E65A-342C-91C6-AC6E-F30ADE3CD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97EE3-53EE-F659-783C-F11E8AE9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5C00-7B91-42A0-ABE9-9787D796E14B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436CE-B15C-D6C1-9617-06AD4DDAE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D68D3-B823-12FB-8346-211A44136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21B60-FF0B-4AC5-B185-6950EC9CE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920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EB7C3-F4CA-8A04-B92C-212A82648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C51873-3D15-B072-FD97-D323EFD5A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DB79A-23DC-C2BB-D710-8CACE552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5C00-7B91-42A0-ABE9-9787D796E14B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418C5-1274-902F-407A-8F6079275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939A2-0FBE-E180-22A3-762972F9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21B60-FF0B-4AC5-B185-6950EC9CE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35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6F957D-B037-0353-3A8A-74B5BA570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E6EBB-AA35-DB02-7B1C-14E5280A9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9D72C-01F4-FF58-0B27-07BEE00EC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95C00-7B91-42A0-ABE9-9787D796E14B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3C0DD-6957-3B6B-6634-DC329B58E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B1E28-B0FB-619E-7F8B-D03A3439F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21B60-FF0B-4AC5-B185-6950EC9CE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1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FFC519-8F10-FB25-092E-22FEE9596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271" y="727587"/>
            <a:ext cx="7757651" cy="539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095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nidhi prajapati</dc:creator>
  <cp:lastModifiedBy>nidhi prajapati</cp:lastModifiedBy>
  <cp:revision>1</cp:revision>
  <dcterms:created xsi:type="dcterms:W3CDTF">2026-10-20T10:15:17Z</dcterms:created>
  <dcterms:modified xsi:type="dcterms:W3CDTF">2026-10-20T10:16:43Z</dcterms:modified>
</cp:coreProperties>
</file>